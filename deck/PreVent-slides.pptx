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real-world incident. Don't argue the problem — show it. The next slides belong to 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'A new attack class suppresses the alarm while the harm continues. The device lies to the doctor. The patient codes.'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on this. Don't rush. '460 US hospitals attacked last year. 85% jump in two years. The pace is accelerating.'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line: 'The patch exists. Nobody writes it. Nobody times the fix. Nobody proves it worked.'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'This is the live dashboard. Every stage streams its reasoning. Confidence is visible. Self-correction fires on screen.'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'Pass or fail. No middle ground. The verifier replays the exact bytes. 10x on stage in under 90 seconds.'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'This is the receipt a hospital hands to the auditor. We produce it automatically on every patch.'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beat. End on the tagline, let the team names land,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PREVENT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159752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 HACKS 13.0 · OCT 2026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0"/>
            <a:ext cx="66751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spc="-100" kern="0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patient died.
</a:t>
            </a:r>
            <a:pPr indent="0" marL="0">
              <a:buNone/>
            </a:pPr>
            <a:r>
              <a:rPr lang="en-US" sz="6000" b="1" spc="-100" kern="0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patch
</a:t>
            </a:r>
            <a:pPr indent="0" marL="0">
              <a:buNone/>
            </a:pPr>
            <a:r>
              <a:rPr lang="en-US" sz="6000" b="1" i="1" spc="-100" kern="0" dirty="0">
                <a:solidFill>
                  <a:srgbClr val="FF2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existed.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57784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WIRED  ·  SEP 19, 2020  ·  DAN GOODIN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87044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AB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Düsseldorf University Hospital · ransomware via a known, un-patched VPN vulnerability</a:t>
            </a:r>
            <a:endParaRPr lang="en-US" sz="1200" dirty="0"/>
          </a:p>
        </p:txBody>
      </p:sp>
      <p:pic>
        <p:nvPicPr>
          <p:cNvPr id="5" name="Image 0" descr="/Users/sanjavan7/Documents/Startup Projects /calhacks/deck/assets/paper-wired-patient-d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20000">
            <a:off x="7772400" y="731520"/>
            <a:ext cx="4114800" cy="53309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—  THE ATTACK CLASS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9202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spc="-100" kern="0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device told the doctor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4320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spc="-100" kern="0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patient was fine.</a:t>
            </a:r>
            <a:endParaRPr lang="en-US" sz="5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114800"/>
            <a:ext cx="11274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i="1" spc="-100" kern="0" dirty="0">
                <a:solidFill>
                  <a:srgbClr val="FF2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patient was not.</a:t>
            </a:r>
            <a:endParaRPr lang="en-US" sz="6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—  HOW OFTEN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1127455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spc="-600" kern="0" dirty="0">
                <a:solidFill>
                  <a:srgbClr val="FF2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460</a:t>
            </a:r>
            <a:endParaRPr lang="en-US" sz="2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39496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BABA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 hospital cyberattacks last year, up from 249 in 2023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94360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FBI IC3  ·  2025 ANNUAL REPORT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—  WHAT GETS EXPLOITED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1127455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b="1" spc="-600" kern="0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~53%</a:t>
            </a:r>
            <a:endParaRPr lang="en-US" sz="20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39496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BABA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connected medical devices carry a </a:t>
            </a:r>
            <a:pPr algn="ctr" indent="0" marL="0">
              <a:buNone/>
            </a:pPr>
            <a:r>
              <a:rPr lang="en-US" sz="2400" b="1" i="1" dirty="0">
                <a:solidFill>
                  <a:srgbClr val="FF2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</a:t>
            </a:r>
            <a:pPr algn="ctr" indent="0" marL="0">
              <a:buNone/>
            </a:pPr>
            <a:r>
              <a:rPr lang="en-US" sz="2400" i="1" dirty="0">
                <a:solidFill>
                  <a:srgbClr val="BABA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critical vulnerability.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94360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CLAROTY  ·  MEDIGATE  ·  2024 FLEET SURVEYS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—  WHAT WE BUILT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6583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-200" kern="0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
</a:t>
            </a:r>
            <a:pPr indent="0" marL="0">
              <a:buNone/>
            </a:pPr>
            <a:r>
              <a:rPr lang="en-US" sz="3600" i="1" dirty="0">
                <a:solidFill>
                  <a:srgbClr val="BABA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tool that writes the fix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5661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359359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SemGrep + Bandit + Claude triage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2519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427939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model writes the PoC payload · device obeys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937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496519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Droid writes the git diff · human approves · verifier replays the bytes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98080" y="868680"/>
            <a:ext cx="4389120" cy="5212080"/>
          </a:xfrm>
          <a:prstGeom prst="rect">
            <a:avLst/>
          </a:prstGeom>
          <a:solidFill>
            <a:srgbClr val="101013"/>
          </a:solidFill>
          <a:ln w="12700">
            <a:solidFill>
              <a:srgbClr val="2B2B2E"/>
            </a:solidFill>
            <a:prstDash val="solid"/>
          </a:ln>
        </p:spPr>
      </p:sp>
      <p:pic>
        <p:nvPicPr>
          <p:cNvPr id="11" name="Image 0" descr="/Users/sanjavan7/Documents/Startup Projects /calhacks/deck/assets/dashboard_pa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960120"/>
            <a:ext cx="4206240" cy="497433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498080" y="548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FF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 ·  DASHBOARD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—  PROOF, NOT PROSE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BABA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exploit. Re-run after the patch.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194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132320" y="2194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6032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FF2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18000" dirty="0"/>
          </a:p>
        </p:txBody>
      </p:sp>
      <p:sp>
        <p:nvSpPr>
          <p:cNvPr id="7" name="Text 5"/>
          <p:cNvSpPr txBox="1"/>
          <p:nvPr/>
        </p:nvSpPr>
        <p:spPr>
          <a:xfrm>
            <a:off x="5212080" y="301752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0" dirty="0">
                <a:solidFill>
                  <a:srgbClr val="7777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9000" dirty="0"/>
          </a:p>
        </p:txBody>
      </p:sp>
      <p:sp>
        <p:nvSpPr>
          <p:cNvPr id="8" name="Text 6"/>
          <p:cNvSpPr txBox="1"/>
          <p:nvPr/>
        </p:nvSpPr>
        <p:spPr>
          <a:xfrm>
            <a:off x="7132320" y="256032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22E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401</a:t>
            </a:r>
            <a:endParaRPr lang="en-US" sz="18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5029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77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obeyed · alarm silent · patient crashing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5029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777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refused · alarm armed · patient breathing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58521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BABA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Hard-asserted status code  ·  no LLM in the loop  ·  10x re-run in &lt;90s on stage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—  COMPLIANCE PAYS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receipt the FDA </a:t>
            </a:r>
            <a:pPr algn="ctr" indent="0" marL="0">
              <a:buNone/>
            </a:pPr>
            <a:r>
              <a:rPr lang="en-US" sz="4000" b="1" i="1" dirty="0">
                <a:solidFill>
                  <a:srgbClr val="FF2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asks for.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828800" y="2286000"/>
            <a:ext cx="8531352" cy="3749040"/>
          </a:xfrm>
          <a:prstGeom prst="rect">
            <a:avLst/>
          </a:prstGeom>
          <a:solidFill>
            <a:srgbClr val="101013"/>
          </a:solidFill>
          <a:ln w="12700">
            <a:solidFill>
              <a:srgbClr val="2B2B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2514600"/>
            <a:ext cx="7799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FDA §524B  ·  AUDITABLE RECEIPT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2880360"/>
            <a:ext cx="7799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VENT-SIM / Lab unit </a:t>
            </a:r>
            <a:pPr indent="0" marL="0">
              <a:buNone/>
            </a:pPr>
            <a:r>
              <a:rPr lang="en-US" sz="2200" b="1" i="1" dirty="0">
                <a:solidFill>
                  <a:srgbClr val="FF2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#0001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365760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Finding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3657600"/>
            <a:ext cx="5696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CWE-306  ·  CVE-2019-6538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3959352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Scanner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3959352"/>
            <a:ext cx="5696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SemGrep 1.182.1  ·  Bandit 1.9.4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194560" y="4261104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author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4261104"/>
            <a:ext cx="5696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Factory Droid  ·  scoped CLI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194560" y="4562856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Approved by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4562856"/>
            <a:ext cx="5696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human@ops  ·  identity-signed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194560" y="4864608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297680" y="4864608"/>
            <a:ext cx="5696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exploit  →  401 after fix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194560" y="516636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SBOM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5166360"/>
            <a:ext cx="56967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attached  ·  73 packages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17220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E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</a:t>
            </a:r>
            <a:pPr algn="ctr" indent="0" marL="0">
              <a:buNone/>
            </a:pPr>
            <a:r>
              <a:rPr lang="en-US" sz="1400" i="1" dirty="0">
                <a:solidFill>
                  <a:srgbClr val="22E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Sealed and queued to clinical engineering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—  THE CLOSE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-100" kern="0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the devices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i="1" spc="-100" kern="0" dirty="0">
                <a:solidFill>
                  <a:srgbClr val="FF2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themselves.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1089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BABA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hole. Prove the kill. Close it. Show the receipt.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4297680"/>
            <a:ext cx="11274552" cy="0"/>
          </a:xfrm>
          <a:prstGeom prst="line">
            <a:avLst/>
          </a:prstGeom>
          <a:noFill/>
          <a:ln w="12700">
            <a:solidFill>
              <a:srgbClr val="2B2B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44348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BY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846320"/>
            <a:ext cx="28186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Israel Ogwu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5349240"/>
            <a:ext cx="28186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FF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275838" y="4846320"/>
            <a:ext cx="28186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Christian Ibarbia Ruiz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275838" y="5349240"/>
            <a:ext cx="28186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FF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094476" y="4846320"/>
            <a:ext cx="28186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Saketh Poori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094476" y="5349240"/>
            <a:ext cx="28186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FF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hardware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913114" y="4846320"/>
            <a:ext cx="28186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Sanjavan Ghodasara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913114" y="5349240"/>
            <a:ext cx="28186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FF2D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realtime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0350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7777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 HACKS 13.0  ·  OCT 2026  ·  github.com/Sanjavan7/calhacks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PreVent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PreVent — Cal Hacks 13.0</dc:title>
  <dc:subject>PptxGenJS Presentation</dc:subject>
  <dc:creator>The PreVent Team</dc:creator>
  <cp:lastModifiedBy>The PreVent Team</cp:lastModifiedBy>
  <cp:revision>1</cp:revision>
  <dcterms:created xsi:type="dcterms:W3CDTF">2026-10-24T23:40:34Z</dcterms:created>
  <dcterms:modified xsi:type="dcterms:W3CDTF">2026-10-24T23:40:34Z</dcterms:modified>
</cp:coreProperties>
</file>